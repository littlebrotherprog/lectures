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4864" cy="5143500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91FF"/>
                </a:solidFill>
              </a:rPr>
              <a:t>ЕГЭ по информатике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№24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Обработка символьной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B91FF"/>
                </a:solidFill>
              </a:rPr>
              <a:t>информации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2011680" cy="347472"/>
          </a:xfrm>
          <a:prstGeom prst="roundRect">
            <a:avLst>
              <a:gd name="adj" fmla="val 23684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 · re · split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640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91FF"/>
                </a:solidFill>
              </a:rPr>
              <a:t>Что проверяется?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515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Умение написать программу для поиска подстроки в тексте до 10⁶ символов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Ручной анализ — невозможен. Нужна программа.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0" y="2194560"/>
            <a:ext cx="5029200" cy="530352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0" y="2194560"/>
            <a:ext cx="64008" cy="53035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2231136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</a:rPr>
              <a:t>Тип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005072" y="245059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Последовательности символов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2852928"/>
            <a:ext cx="5029200" cy="530352"/>
          </a:xfrm>
          <a:prstGeom prst="rect">
            <a:avLst/>
          </a:prstGeom>
          <a:solidFill>
            <a:srgbClr val="0F2133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2852928"/>
            <a:ext cx="64008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05072" y="2889504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Тип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005072" y="31089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Арифметические выражения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40480" y="3511296"/>
            <a:ext cx="5029200" cy="530352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840480" y="3511296"/>
            <a:ext cx="64008" cy="53035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354787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</a:rPr>
              <a:t>Тип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05072" y="376732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Запрещённые соседства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4169664"/>
            <a:ext cx="5029200" cy="530352"/>
          </a:xfrm>
          <a:prstGeom prst="rect">
            <a:avLst/>
          </a:prstGeom>
          <a:solidFill>
            <a:srgbClr val="0F2133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0" y="4169664"/>
            <a:ext cx="64008" cy="5303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05072" y="42062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Тип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05072" y="442569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Заданное число вхождений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233"/>
                </a:solidFill>
              </a:rPr>
              <a:t>Три метода решения задания 24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2A6"/>
                </a:solidFill>
              </a:rPr>
              <a:t>Выбирайте метод, который понятнее — и проверяйте ответ альтернативным способом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51560"/>
            <a:ext cx="2834640" cy="47548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10642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Регулярные выражения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22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Модуль re · finditer()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93192" y="1645920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</a:rPr>
              <a:t>✓ Плюсы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" y="187452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Компактно — шаблон в одну строку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3192" y="2212848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Идеально для Типов 1 и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93192" y="25511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Мощный синтаксис: группы, ссылки, lookahead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3192" y="299923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✗ Минусы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" y="32369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Требует знания спецсинтаксиса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93192" y="3575304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Сложнее читать при отладке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51560"/>
            <a:ext cx="2834640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703320" y="110642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Замена и разделение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03320" y="1325880"/>
            <a:ext cx="22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str.replace() · str.split()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4992" y="1645920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</a:rPr>
              <a:t>✓ Плюсы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64992" y="187452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Интуитивно понятен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64992" y="2212848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Не нужен новый синтаксис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64992" y="25511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Идеально для Типа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64992" y="299923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✗ Минусы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64992" y="32369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Медленнее на очень длинных строках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64992" y="3575304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Не всегда применим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105156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1051560"/>
            <a:ext cx="2834640" cy="47548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675120" y="1106424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Скользящее окно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1325880"/>
            <a:ext cx="22677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Перебор позиций · срезы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36792" y="1645920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</a:rPr>
              <a:t>✓ Плюсы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36792" y="187452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Универсален для Типа 4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36792" y="2212848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Работает при двух условиях сразу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36792" y="25511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Применяется на собеседованиях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36792" y="2999232"/>
            <a:ext cx="25968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✗ Минусы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36792" y="3236976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Сложнее реализовать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36792" y="3575304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Требует аккуратного расширения границ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1 · Тип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Ключевой синтаксис регулярных выражений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621792"/>
            <a:ext cx="187452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621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Конструкция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621792"/>
            <a:ext cx="45262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9424" y="621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Значение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766560" y="621792"/>
            <a:ext cx="219456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1424" y="621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Группа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941832"/>
            <a:ext cx="859536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9784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[AE]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12848" y="987552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Любой из символов множества: A или 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21424" y="1051560"/>
            <a:ext cx="128016" cy="12801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32588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136245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[A-Z]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12848" y="1371600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Диапазон: любая заглавная буква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21424" y="1435608"/>
            <a:ext cx="128016" cy="12801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709928"/>
            <a:ext cx="859536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74650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[^A]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12848" y="175564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Отрицание: любой символ, кроме 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21424" y="1819656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093976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21305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12848" y="2139696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Предыдущий элемент — 0 и более раз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21424" y="2203704"/>
            <a:ext cx="128016" cy="128016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478024"/>
            <a:ext cx="859536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51460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12848" y="2523744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Предыдущий элемент — 1 и более раз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21424" y="2587752"/>
            <a:ext cx="128016" cy="128016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862072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28986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(?:...)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212848" y="2907792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Незахватывающая группа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821424" y="2971800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246120"/>
            <a:ext cx="859536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328269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(?:...)+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212848" y="3291840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Группа повторяется 1 и более раз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821424" y="3355848"/>
            <a:ext cx="128016" cy="12801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3630168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666744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([A-Z])\1+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212848" y="3675888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Обратная ссылка: та же буква повторяется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21424" y="3739896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014216"/>
            <a:ext cx="859536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050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9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{N}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212848" y="4059936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Ровно N повторений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21424" y="4123944"/>
            <a:ext cx="128016" cy="12801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4320" y="4398264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443484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(?=...)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12848" y="4443984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Опережающая проверка (lookahead)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21424" y="4507992"/>
            <a:ext cx="128016" cy="128016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" y="4782312"/>
            <a:ext cx="8595360" cy="347472"/>
          </a:xfrm>
          <a:prstGeom prst="rect">
            <a:avLst/>
          </a:prstGeom>
          <a:solidFill>
            <a:srgbClr val="EEF3FA"/>
          </a:solidFill>
          <a:ln w="12700">
            <a:solidFill>
              <a:srgbClr val="DD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481888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(?&lt;=...)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212848" y="4828032"/>
            <a:ext cx="4462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</a:rPr>
              <a:t>Ретроспективная проверка (lookbehind)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21424" y="4892040"/>
            <a:ext cx="128016" cy="128016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Тип 1 — Последовательности символов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Пары вида «гласная + согласная», числа в N-ичной СС, повторяющиеся буквы…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14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</a:rPr>
              <a:t>Универсальный алгоритм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261872"/>
            <a:ext cx="347472" cy="347472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12984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Считать строку из файла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947672"/>
            <a:ext cx="347472" cy="34747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947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" y="19842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Составить шаблон (pattern)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633472"/>
            <a:ext cx="347472" cy="347472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2670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finditer(pattern, data)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319272"/>
            <a:ext cx="347472" cy="34747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96112" y="33558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</a:rPr>
              <a:t>max(len(m.group()) for m in matches)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17720" y="868680"/>
            <a:ext cx="4251960" cy="338328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82312" y="978408"/>
            <a:ext cx="3922776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open('файл.txt', 'r') as 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f.readline()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Пример: пары гласная + согласная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из символов A, B, C, D,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r'(?:[AE][BCD])+'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= re.finditer(pattern, data)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max(len(m.group())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 m in matches)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Делим на 2 — считаем ПАРЫ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print(answer // 2)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370832"/>
            <a:ext cx="283464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40740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91FF"/>
                </a:solidFill>
              </a:rPr>
              <a:t>Пример шаблона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4048" y="4590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(?:[AE][BCD])+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84048" y="479145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пары гласная+согласная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46120" y="4370832"/>
            <a:ext cx="283464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440740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91FF"/>
                </a:solidFill>
              </a:rPr>
              <a:t>N-ичная СС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55848" y="4590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[1-9ABCD][0-9ABCD]*[02468AC]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55848" y="479145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чётное 14-ричное число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217920" y="4370832"/>
            <a:ext cx="2834640" cy="658368"/>
          </a:xfrm>
          <a:prstGeom prst="rect">
            <a:avLst/>
          </a:prstGeom>
          <a:solidFill>
            <a:srgbClr val="1E2D3D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440740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91FF"/>
                </a:solidFill>
              </a:rPr>
              <a:t>Обратная ссылка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27648" y="459028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[02468]([A-Z])\1+[02468]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27648" y="479145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2A6"/>
                </a:solidFill>
              </a:rPr>
              <a:t>повтор одной буквы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Тип 2 — Арифметические выражения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Найти самое длинное корректное арифм. выражение (без ведущих нулей, знаки не рядом)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9509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Структура выражения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Число  (операция  Число)*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49961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Шаблон: num(?:[-+*]num)*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896112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28032" y="9509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Шаблон числа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28032" y="1207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(?:0|[1-9][0-9]*)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28032" y="1499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ноль  ИЛИ  число без ведущих нулей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2834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011680"/>
            <a:ext cx="283464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0756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Базовое выражение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450592"/>
            <a:ext cx="2651760" cy="859536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256032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r'(?:0|[1-9][0-9]*)'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rf'{num}(?:[-+*]{num})*'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2011680"/>
            <a:ext cx="2834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011680"/>
            <a:ext cx="283464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20756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Числа кратны 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55848" y="2450592"/>
            <a:ext cx="2651760" cy="859536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20440" y="2560320"/>
            <a:ext cx="232257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r'(?:[1-9][0-9]*[02468]|[02468])'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rf'{num}(?:[+*]{num})+'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011680"/>
            <a:ext cx="2834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011680"/>
            <a:ext cx="283464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27648" y="2075688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Выражение = 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27648" y="2450592"/>
            <a:ext cx="2651760" cy="1207008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92240" y="2560320"/>
            <a:ext cx="2322576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r'(?:0|[1-9][0-9]*)'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 = rf'(?:{num}\*)*0(?:\*{num})*'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rf'{mult}(?:\+{mult})*'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Тип 3 — Запрещённые соседства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Метод замены и разделения (replace + split)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50392"/>
            <a:ext cx="8595360" cy="566928"/>
          </a:xfrm>
          <a:prstGeom prst="rect">
            <a:avLst/>
          </a:prstGeom>
          <a:solidFill>
            <a:srgbClr val="EAF9F0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50392"/>
            <a:ext cx="64008" cy="566928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7782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3"/>
                </a:solidFill>
              </a:rPr>
              <a:t>Идея: найти «запрещённые» пары → вставить пробел → split() → найти самый длинный фрагмент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508760"/>
            <a:ext cx="2788920" cy="31089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" y="15361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Замена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188366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replace('ab','a b')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replace('ba','b a')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36392" y="1828800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291840" y="1508760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508760"/>
            <a:ext cx="2788920" cy="310896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5361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Разделение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01568" y="188366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08192" y="1828800"/>
            <a:ext cx="201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FCA72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63640" y="1508760"/>
            <a:ext cx="2788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1508760"/>
            <a:ext cx="2788920" cy="31089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3368" y="1536192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Поиск максимума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73368" y="1883664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max(data, key=len)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679192"/>
            <a:ext cx="4160520" cy="2304288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38912" y="2788920"/>
            <a:ext cx="3831336" cy="2084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open('файл.txt') as f: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f.readline()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и b не должны стоять рядом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data.replace('ab','a b')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data.replace('ba','b a')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data.split()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print(max(len(x) for x in data))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4617720" y="267919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17720" y="2679192"/>
            <a:ext cx="54864" cy="71323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273405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Один символ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82312" y="295351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data.replace('00','0 0').split()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17720" y="345643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456432"/>
            <a:ext cx="54864" cy="71323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82312" y="351129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Несколько пар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82312" y="373075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replace('12','1 2')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replace('13','1 3')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replace('21','2 1')…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4233672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17720" y="4233672"/>
            <a:ext cx="54864" cy="71323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82312" y="4288536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Группа Q,R,S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82312" y="450799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replace('Q','.')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replace('R','.')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FCA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replace('..','. .')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233"/>
                </a:solidFill>
              </a:rPr>
              <a:t>Тип 4 — Заданное количество вхождений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Метод скользящего окна через replace + split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50392"/>
            <a:ext cx="8595360" cy="493776"/>
          </a:xfrm>
          <a:prstGeom prst="rect">
            <a:avLst/>
          </a:prstGeom>
          <a:solidFill>
            <a:srgbClr val="FFF8E7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50392"/>
            <a:ext cx="64008" cy="4937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686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</a:rPr>
              <a:t>Ключевая идея: разбить строку по вхождению 'AB' → получить фрагменты → склеить N+1 соседних фрагментов → в склеенной строке ровно N вхождений 'AB'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4206240" cy="3566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" y="1536192"/>
            <a:ext cx="3877056" cy="3346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open('файл.txt') as f: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f.readline()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21  # ровно N вхождений 'AB'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Разбиваем строку по 'AB'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data.replace('AB', 'A B').split()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range(len(data) - 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N+1 фрагментов → N вхождений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 = ''.join(data[i:i + N + 1])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max_len = max(max_len, len(sub))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print(max_len)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426464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28032" y="15179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33"/>
                </a:solidFill>
              </a:rPr>
              <a:t>Почему N+1 фрагментов?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28032" y="1901952"/>
            <a:ext cx="411480" cy="4114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901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21808" y="190195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Разбили по 'AB':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21808" y="212140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фрагменты разделены ровно одной 'AB'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28032" y="2523744"/>
            <a:ext cx="411480" cy="4114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5237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21808" y="252374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2 фрагмента: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21808" y="2743200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1 вхождение 'AB'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3145536"/>
            <a:ext cx="411480" cy="4114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1808" y="3145536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3 фрагмента: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21808" y="33649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2 вхождения 'AB'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3767328"/>
            <a:ext cx="411480" cy="41148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21808" y="376732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233"/>
                </a:solidFill>
              </a:rPr>
              <a:t>N+1 фрагмент: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3986784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2A6"/>
                </a:solidFill>
              </a:rPr>
              <a:t>N вхождений 'AB' ← нужное число!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626864"/>
            <a:ext cx="4206240" cy="384048"/>
          </a:xfrm>
          <a:prstGeom prst="rect">
            <a:avLst/>
          </a:prstGeom>
          <a:solidFill>
            <a:srgbClr val="FFF8E7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4654296"/>
            <a:ext cx="39867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233"/>
                </a:solidFill>
              </a:rPr>
              <a:t>«не более N» = то же самое, что «ровно N» (максимум достигается при N вхождениях)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09728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Тип 4 · Сложный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23160" y="91440"/>
            <a:ext cx="6492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233"/>
                </a:solidFill>
              </a:rPr>
              <a:t>Два условия одновременно — метод скользящего окна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2A6"/>
                </a:solidFill>
              </a:rPr>
              <a:t>Ровно 80 букв Y  +  не менее 90 вхождений '2025'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206240" cy="41605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8912" y="978408"/>
            <a:ext cx="3877056" cy="3941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re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open('файл.txt') as f: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= f.readline()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K=80; letter='Y'; need=90; sub='2025'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Индексируем все позиции Y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 = [m.start() for m in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re.finditer(letter, data)]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max_len = 0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range(len(pos) - K + 1):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  = pos[i]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 = pos[i + K - 1]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2. Расширяем границы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 = left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l &gt; 0 and data[l-1] != letter: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 -= 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right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r+1 &lt; len(data)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and data[r+1] != letter: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+= 1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substr = data[l:r+1]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3. Проверяем 2-е условие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substr.count(sub) &gt;= need: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max_len = max(max_len,len(substr))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print(max_len)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36592" y="1161288"/>
            <a:ext cx="402336" cy="402336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161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30368" y="10058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Индексировать 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30368" y="129844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Находим все позиции буквы Y через finditer — O(n) один раз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93852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2185416"/>
            <a:ext cx="402336" cy="40233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30368" y="20299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Перебрать окна из K 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30368" y="232257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Двигаем «окно» из ровно 80 букв Y по всей строке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9626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36592" y="3209544"/>
            <a:ext cx="402336" cy="402336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32095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30368" y="30540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Расширить границы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30368" y="334670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Влево и вправо до соседней Y — максимизируем длину, не нарушая счёт 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98678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4233672"/>
            <a:ext cx="402336" cy="402336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42336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30368" y="40782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233"/>
                </a:solidFill>
              </a:rPr>
              <a:t>Проверить 2-е условие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30368" y="43708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2A6"/>
                </a:solidFill>
              </a:rPr>
              <a:t>Считаем count('2025') — обновляем максимум при выполнении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Шпаргалка — быстрые шаблоны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658368"/>
            <a:ext cx="4251960" cy="2176272"/>
          </a:xfrm>
          <a:prstGeom prst="rect">
            <a:avLst/>
          </a:prstGeom>
          <a:solidFill>
            <a:srgbClr val="0F2133"/>
          </a:solidFill>
          <a:ln w="12700">
            <a:solidFill>
              <a:srgbClr val="1B91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2880" y="658368"/>
            <a:ext cx="4251960" cy="347472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Тип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089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r'ШАБЛОН'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= re.finditer(pattern, data)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print(max(len(m.group()) for m in matches))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658368"/>
            <a:ext cx="4251960" cy="2176272"/>
          </a:xfrm>
          <a:prstGeom prst="rect">
            <a:avLst/>
          </a:prstGeom>
          <a:solidFill>
            <a:srgbClr val="0F2133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658368"/>
            <a:ext cx="425196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91456" y="722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Тип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91456" y="1078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r'(?:0|[1-9][0-9]*)'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 = rf'{num}(?:[-+*]{num})*'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print(max(len(m.group()) for m 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re.finditer(pattern, data)))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2944368"/>
            <a:ext cx="4251960" cy="2176272"/>
          </a:xfrm>
          <a:prstGeom prst="rect">
            <a:avLst/>
          </a:prstGeom>
          <a:solidFill>
            <a:srgbClr val="0F2133"/>
          </a:solidFill>
          <a:ln w="12700">
            <a:solidFill>
              <a:srgbClr val="2FC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944368"/>
            <a:ext cx="4251960" cy="347472"/>
          </a:xfrm>
          <a:prstGeom prst="rect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" y="3008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Тип 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" y="3364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data.replace('XY','X Y')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data.replace('YX','Y X').split()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print(max(len(x) for x in data))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944368"/>
            <a:ext cx="4251960" cy="2176272"/>
          </a:xfrm>
          <a:prstGeom prst="rect">
            <a:avLst/>
          </a:prstGeom>
          <a:solidFill>
            <a:srgbClr val="0F2133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944368"/>
            <a:ext cx="4251960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08376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Тип 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91456" y="3364992"/>
            <a:ext cx="402336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data.replace('AB','A B').split()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mx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range(len(d)-N):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mx=max(mx,len(''.join(d[i:i+N+1])))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FDB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print(mx)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91FF"/>
                </a:solidFill>
              </a:rPr>
              <a:t>Задание 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Успехов на ЕГЭ!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492A6"/>
                </a:solidFill>
              </a:rPr>
              <a:t>Помни: выбирай понятный метод · проверяй альтернативным способом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88720" y="2514600"/>
            <a:ext cx="420624" cy="420624"/>
          </a:xfrm>
          <a:prstGeom prst="ellipse">
            <a:avLst/>
          </a:prstGeom>
          <a:solidFill>
            <a:srgbClr val="1B91FF"/>
          </a:solidFill>
          <a:ln w="12700">
            <a:solidFill>
              <a:srgbClr val="1B9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Читай условие внимательно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514600"/>
            <a:ext cx="420624" cy="42062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Составь тестовую строку вручную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514600"/>
            <a:ext cx="420624" cy="420624"/>
          </a:xfrm>
          <a:prstGeom prst="ellipse">
            <a:avLst/>
          </a:prstGeom>
          <a:solidFill>
            <a:srgbClr val="2FCA72"/>
          </a:solidFill>
          <a:ln w="12700">
            <a:solidFill>
              <a:srgbClr val="2FCA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Проверь программу на тестах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0" y="2514600"/>
            <a:ext cx="420624" cy="420624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514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30175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Проверь альтернативным методом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Задание 24 ЕГЭ по информатике</dc:title>
  <dc:subject>PptxGenJS Presentation</dc:subject>
  <dc:creator>PptxGenJS</dc:creator>
  <cp:lastModifiedBy>PptxGenJS</cp:lastModifiedBy>
  <cp:revision>1</cp:revision>
  <dcterms:created xsi:type="dcterms:W3CDTF">2026-03-24T21:08:16Z</dcterms:created>
  <dcterms:modified xsi:type="dcterms:W3CDTF">2026-03-24T21:08:16Z</dcterms:modified>
</cp:coreProperties>
</file>