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19–21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Теория игр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Стратегии · 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Рекурсия · any() · all()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515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Два игрока: Петя (первый) и Ваня (второй)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Добавляют/убирают камни из кучи (куч)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Кто первым достигает предела — побеждает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Найти начальное кол-во камней при котором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побеждает нужный игрок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063240"/>
            <a:ext cx="5029200" cy="50292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3063240"/>
            <a:ext cx="64008" cy="50292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30998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Задание 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5072" y="331012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Ваня выигрывает первым ходом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3675888"/>
            <a:ext cx="5029200" cy="50292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3675888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37124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Задание 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05072" y="392277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Петя выигрывает вторым ходом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4288536"/>
            <a:ext cx="5029200" cy="50292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4288536"/>
            <a:ext cx="64008" cy="502920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4325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</a:rPr>
              <a:t>Задание 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4535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Ваня выигрывает первым или вторым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3"/>
                </a:solidFill>
              </a:rPr>
              <a:t>Теория игр — ключевые понятия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83464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Игра с нулевой суммой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2471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Выигрыш одной стороны = проигрыш другой. Пример: биржевые спекуляции.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68580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685800"/>
            <a:ext cx="283464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7498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Win-win стратегия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12471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Оба участника в выигрыше за счёт сотрудничества.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68580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685800"/>
            <a:ext cx="28346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7498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Равновесие Нэша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12471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Ни один игрок не может улучшить результат, изменив только свою стратегию.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283464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529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Дилемма заключённого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22783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Рациональное поведение каждого приводит к нерациональному исходу для обоих.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78892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788920"/>
            <a:ext cx="283464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8529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Выигрышная стратегия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22783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Гарантирует победу независимо от ходов противника.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78892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788920"/>
            <a:ext cx="283464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8529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Дерево решений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22783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Граф всех возможных ходов от начальной до конечных позиций.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Равновесие Нэша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Дилемма заключённого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Классический пример равновесия Нэша в действии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0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</a:rPr>
              <a:t>Правила игры: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</a:rPr>
              <a:t>Ты молчишь, партнёр сдаёт → ты 10 лет, он свободен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</a:rPr>
              <a:t>Оба сдают → оба 3 года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</a:rPr>
              <a:t>Оба молчат → оба 1 год (лучший исход!)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</a:rPr>
              <a:t>Ты сдаёшь, он молчит → ты свободен, он 10 лет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</a:rPr>
              <a:t>Вывод: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29844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Хотя молчать = выгоднее обоим,
каждый рационально выберет СДАТЬ.
</a:t>
            </a:r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Это равновесие Нэша: </a:t>
            </a:r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ни один не может улучшить результат, изменив только свою стратегию.
</a:t>
            </a:r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Применяется в: экономике, политологии, биологии, ядерном сдерживании.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Алгоритм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</a:rPr>
              <a:t>Рекурсивная функция f(s, m) — основа решения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206240" cy="42519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704088"/>
            <a:ext cx="3877056" cy="4032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f(s, m):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Победа: камней &gt;= предела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 &gt;= 51: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 % 2 == 0  # чётный ход = ход Вани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==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  # ходы кончились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[f(s + 1, m - 1),  # +1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f(s + 4, m - 1),  # +4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f(s * 2, m - 1)]  # ×2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any = Ваня, all = Петя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any(h) if (m+1)%2==0 else all(h)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64008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914400"/>
            <a:ext cx="402336" cy="40233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30368" y="7315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 &gt;= предел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30368" y="104241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Условие победы. m % 2 == 0 → чётный номер хода = ход Вани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2011680"/>
            <a:ext cx="402336" cy="40233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0368" y="1828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 == 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0368" y="213969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Все ходы исчерпаны, победы нет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3108960"/>
            <a:ext cx="402336" cy="402336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0368" y="29260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список 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323697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Рекурсивный вызов для каждой операции с m-1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93192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4206240"/>
            <a:ext cx="402336" cy="402336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4023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/ 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433425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any(h) для Вани (хватит 1 исхода), all(h) для Пети (все ходы должны вести к победе)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Ответы 19·20·21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Получение ответов на все три задания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285292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685800"/>
            <a:ext cx="2852928" cy="50292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758952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758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758952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Победа Вани первым ходом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996696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2 хода от начала игры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280160"/>
            <a:ext cx="265176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389888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print('19:', *[s for s in range(1, 51)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if f(s, 2)])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2651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21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Ваня выигрывает на 2-м ходу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685800"/>
            <a:ext cx="285292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685800"/>
            <a:ext cx="285292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758952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758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76472" y="758952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Победа Пети вторым ходом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76472" y="996696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3 хода, но не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280160"/>
            <a:ext cx="265176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02152" y="1389888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print('20:', *[s for s in range(1, 51)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if f(s, 3) and not f(s, 1)])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2194560"/>
            <a:ext cx="2651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221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Петя выигрывает на 3-м, не на 1-м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685800"/>
            <a:ext cx="285292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685800"/>
            <a:ext cx="2852928" cy="502920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758952"/>
            <a:ext cx="365760" cy="3657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758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48272" y="758952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Победа Вани первым или вторым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48272" y="996696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4 хода, но не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1280160"/>
            <a:ext cx="265176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3952" y="1389888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print('21:', min([s for s in range(1, 51)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if f(s, 4) and not f(s, 2)]))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2194560"/>
            <a:ext cx="2651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221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Ваня выигрывает на 4-м, не на 2-м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2 · Две кучи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Задания с двумя кучами камней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75488"/>
          </a:xfrm>
          <a:prstGeom prst="rect">
            <a:avLst/>
          </a:prstGeom>
          <a:solidFill>
            <a:srgbClr val="FFF8E7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2179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Задание 19 с двумя кучами: «неудачный ход Пети» → используем только any(), убираем all()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3840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52728"/>
            <a:ext cx="826617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f(s1, s2, m):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s1 + s2 &gt;= 81:    # победа при сумме &gt;= 81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 % 2 == 0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== 0: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[f(s1+1, s2, m-1),  # +1 к первой куче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f(s1, s2+1, m-1),  # +1 ко второй куче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f(s1*2, s2, m-1),  # ×2 первую кучу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f(s1, s2*2, m-1)]  # ×2 вторую кучу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Для задания 19: only any()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any(h)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Для заданий 20-21: раскомментировать: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return any(h) if (m+1)%2==0 else all(h)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print('19:', min([s for s in range(1,74) if f(7,s,2)]))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print('20:', *[s for s in range(1,74) if f(7,s,3) and not f(7,s,1)])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print('21:', min([s for s in range(1,74) if f(7,s,4) and not f(7,s,2)]))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Шпаргалка — быстрые шаблоны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Одна куча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f(s, m):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 &gt;= ПРЕДЕЛ: return m%2==0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== 0: return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[f(s+OP1,m-1), f(s+OP2,m-1)]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any(h) if (m+1)%2==0 else all(h)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658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Две кучи (19 задание)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9145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f(s1, s2, m):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s1+s2 &gt;= ПРЕДЕЛ: return m%2==0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== 0: return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[f(s1+1,s2,m-1),f(s1,s2+1,m-1),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f(s1*2,s2,m-1),f(s1,s2*2,m-1)]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any(h)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944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944368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008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Ответ на задание 19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" y="3364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 for s in range(1,51) if f(s,2)]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944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44368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08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Ответы 20 и 21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364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 for s in range(1,51)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f(s,3) and not f(s,1)]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21: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min([s for s in range(1,51)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f(s,4) and not f(s,2)])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Задания 19–21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Теория игр · any() и all() · Рекурсия · Дерево решений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Прочитай условие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Подставь операции в шаблон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Проверь на малых 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Одна/две кучи — разные any/all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Задания 19-21 ЕГЭ Теория игр</dc:title>
  <dc:subject>PptxGenJS Presentation</dc:subject>
  <dc:creator>PptxGenJS</dc:creator>
  <cp:lastModifiedBy>PptxGenJS</cp:lastModifiedBy>
  <cp:revision>1</cp:revision>
  <dcterms:created xsi:type="dcterms:W3CDTF">2026-03-25T22:12:39Z</dcterms:created>
  <dcterms:modified xsi:type="dcterms:W3CDTF">2026-03-25T22:12:39Z</dcterms:modified>
</cp:coreProperties>
</file>