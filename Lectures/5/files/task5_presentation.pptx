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5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Системы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счисления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· int() · f-строки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Алгоритм строит запись числа N в некоторой СС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Обрабатывает запись по заданному правилу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Результат переводится обратно в десятичную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Найти max/min R при заданных условиях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880360"/>
            <a:ext cx="5029200" cy="475488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880360"/>
            <a:ext cx="54864" cy="47548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93522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1FF"/>
                </a:solidFill>
              </a:rPr>
              <a:t>Двоичная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77640" y="312724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bin() · f'{n:b}' · int(s,2)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3429000"/>
            <a:ext cx="5029200" cy="475488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429000"/>
            <a:ext cx="54864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48386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Восьмеричная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367588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oct() · f'{n:o}' · int(s,8)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3977640"/>
            <a:ext cx="5029200" cy="475488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977640"/>
            <a:ext cx="54864" cy="47548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403250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CA72"/>
                </a:solidFill>
              </a:rPr>
              <a:t>Троичная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422452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convert() · to_ternary()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0" y="4526280"/>
            <a:ext cx="5029200" cy="475488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4526280"/>
            <a:ext cx="54864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458114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040"/>
                </a:solidFill>
              </a:rPr>
              <a:t>Любая 2..36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77640" y="477316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string import digits,ascii_uppercase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Современные системы счисления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78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487168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487168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5054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Двоичная — основа компьютеров  |  16-ричная — цвета HTML, адреса памяти  |  8-ричная — Unix права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999232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1A22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035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1FF"/>
                </a:solidFill>
              </a:rPr>
              <a:t>История кратко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483864"/>
            <a:ext cx="219456" cy="21945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Египет: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28800" y="34290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Иероглифы для степеней 10. Неудобная арифметика.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867912"/>
            <a:ext cx="219456" cy="21945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3813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Рим: 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28800" y="38130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Аддитивная система: VIII = 5+3. Нет позиций.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251960"/>
            <a:ext cx="219456" cy="21945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41970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Вавилон: 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28800" y="419709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Основание 60 → осталось в часах (60 мин) и углах (360°).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636008"/>
            <a:ext cx="219456" cy="21945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45811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XX век: 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28800" y="45811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Двоичная система стала основой всех компьютеров и цифровых устройств.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Перевод чисел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Метод последовательного деления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126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Делим на основание, остатки записываем снизу вверх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029200" cy="2103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32120" y="1097280"/>
            <a:ext cx="3337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1097280"/>
            <a:ext cx="33375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50992" y="11430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Алгоритм перевода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50992" y="15361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1. Выбери основание N (2..36)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186537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2. Дели число на N → запиши остаток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50992" y="21945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3. Продолжай пока число &gt; 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50992" y="25237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4. Читай остатки снизу вверх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285292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5. Остатки &gt; 9 заменяй на буквы A..Z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291840"/>
            <a:ext cx="502920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8912" y="3383280"/>
            <a:ext cx="47000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78 в восьмеричную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78÷8=9 ост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9÷8=1  ост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1÷8=0  ост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Снизу вверх: 116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print(f'{78:o}')  # '116'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print(oct(78))   # '0o116'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32120" y="3291840"/>
            <a:ext cx="33375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96712" y="3383280"/>
            <a:ext cx="300837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string import digits,ascii_uppercase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convert(num, base):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 = digits + ascii_uppercase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num: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alph[num % base]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//= 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result[::-1]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— функции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Встроенные и пользовательские функции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514600"/>
            <a:ext cx="4297680" cy="24688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8912" y="2606040"/>
            <a:ext cx="396849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Перевод числа N в различные СС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42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print(f'{N:b}')    # '101010'  двоичная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print(f'{N:o}')    # '52'      восьмеричная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print(f'{N:x}')    # '2a'      16-ричная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print(f'{N:X}')    # '2A'      16-ричная заглавные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Перевод строки в десятичное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print(int('101010', 2))  # 42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print(int('ff', 16))     # 255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print(int('116', 8))     # 78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54880" y="2514600"/>
            <a:ext cx="4114800" cy="24688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19472" y="2606040"/>
            <a:ext cx="378561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Полезные операции со строками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'101010'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Сумма цифр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sum(map(int, R))     #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Последние 2 символа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R[-2:]               # '10'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Дописать слева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'11' + 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Дописать справа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 + '01'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Алгоритм решения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Универсальный подход к заданию 5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8595360" cy="1737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450592"/>
            <a:ext cx="8595360" cy="420624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450592"/>
            <a:ext cx="64008" cy="42062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47802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ОБЯЗАТЕЛЬНО: проверь код на примерах из условия! Если ответы совпадают — код верный.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944368"/>
            <a:ext cx="8595360" cy="2148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3035808"/>
            <a:ext cx="82661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Общий шаблон решения задания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ПРЕДЕЛ + 1):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перевод_N_в_нужную_СС    # f'{N:b}' / convert(N, base)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условие_1: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обработка_1          # дописать/изменить строку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обработка_2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int(R, base)             # перевод результата в десятичную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условие_ответа:           # N&lt;=12 / R%2==0 and R&gt;220 / R==N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res.append(R)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print(max(res))                  # или min(res)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Примеры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Три типа заданий 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94360"/>
            <a:ext cx="2834640" cy="38404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49224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492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6583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Двоичная СС, дописать цифры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05156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078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Ответ: 109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265176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0876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13):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f'{N:b}'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 == 0: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'10' + 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'1' + R + '01'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int(R, 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print(max(res))  # 109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594360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594360"/>
            <a:ext cx="28346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649224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6492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#501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6583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Тройчная СС, сумма цифр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13048" y="105156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1078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Ответ: 222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1417320"/>
            <a:ext cx="265176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150876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10000):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to_ternary(N)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3 == 0: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+= R[-2:]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+= to_ternary(sum(map(int,R)))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int(R, 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print(min(R&gt;220 and R%2==0))  # 222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594360"/>
            <a:ext cx="283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594360"/>
            <a:ext cx="2834640" cy="38404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649224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6492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#502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03136" y="6583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Восьмеричная, чётные цифры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1051560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000000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078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Ответ: 16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4496" y="1417320"/>
            <a:ext cx="265176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50876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range(80, 10000):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f'{N:o}'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count_evens(R) % 2: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R[-3:] + '46'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f'{N%8*5:o}' + 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int(R, 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 == N: print(R); break  # 16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быстрые шаблоны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convert() — любая СС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string import digits,ascii_uppercase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convert(num, base):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 = digits + ascii_uppercase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num: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alph[num % base]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//= 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result[::-1]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Шаблон задания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ПРЕДЕЛ+1):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f'{N:b}'  # или convert(N,b)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условие: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обработка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int(R, base)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условие_ответа: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res.append(R)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print(max(res))  # или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Сумма цифр записи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'1023'  # тройчная запись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Сумма цифр: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sum_d = sum(map(int, R))  # =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Сумму в тройчную: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to_ternary(sum_d)  # '20'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Дописываем: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+= to_ternary(sum_d)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Подсчёт чётных цифр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count_evens(num):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for i in num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int(i, 8) % 2 ==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Использование: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count_evens(R) % 2:  # нечётно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R[-3:] + '46'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СС · int(s,base) · f-строки · convert() · Проверь на примерах!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Определи СС и функцию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Перебери N в цикле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Проверь на примерах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Сформируй ответ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2026-04-03T07:07:34Z</dcterms:created>
  <dcterms:modified xsi:type="dcterms:W3CDTF">2026-04-03T07:07:34Z</dcterms:modified>
</cp:coreProperties>
</file>