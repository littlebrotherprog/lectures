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</a:rPr>
              <a:t>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Кодирование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информации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Условие Фано · Дерево Фано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Кодирование и декодирование информации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Двоичное дерево — построение и анализ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Условие Фано — однозначное декодирование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Два типа вопросов: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880360"/>
            <a:ext cx="5029200" cy="658368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80360"/>
            <a:ext cx="64008" cy="65836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9718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Тип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2278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Найти кратчайший код для одной буквы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657600"/>
            <a:ext cx="5029200" cy="658368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657600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749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Тип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40050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Найти длину закодированного слова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 — Фано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Условие Фано и однозначное декодирование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691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4231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4231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441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Равномерное: все коды одинаковой длины  |  Неравномерное: частым буквам — короткие коды (экономия!)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90779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907792"/>
            <a:ext cx="420624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2944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Прямое условие Фано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" y="333756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Ни одно кодовое слово не является НАЧАЛОМ другого.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А=0, Б=10, В=11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010 → А, Б (однозначно) ✓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90779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907792"/>
            <a:ext cx="4206240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91456" y="2944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Обратное условие Фано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91456" y="333756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Ни одно кодовое слово не является КОНЦОМ другого.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Постфиксный код.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Применяется реже (специальные задания).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Двоичное дерево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Структура дерева Фано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50292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621792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96128" y="685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Корень: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0" y="685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Отправная точка, не содержит кода буквы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1124712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96128" y="1188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Лист: 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1188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Конечный узел — здесь размещается буква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1627632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96128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Левая ветвь: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0" y="1691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Добавляет 0 к коду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2130552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96128" y="2194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Правая ветвь: 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0" y="2194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Добавляет 1 к коду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2633472"/>
            <a:ext cx="33832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96128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Уровень: 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83680" y="2697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Длина кода = уровень узла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880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2880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898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Буква — только на ЛИСТЕ (узел без потомков). Каждый путь корень→лист = кодовое слово.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64992"/>
            <a:ext cx="859536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Алгоритм решения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Универсальный алгоритм задания 4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1945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194560"/>
            <a:ext cx="64008" cy="420624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2128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После блокировки занятых кодов — ищем кратчайший свободный лист. Несколько вариантов → смотрим условие (наиб./наим. значение)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274320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3035808"/>
            <a:ext cx="384048" cy="384048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Построить дерево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" y="31546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Глубина = максимальная длина кода из условия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743200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3035808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30368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Отметить известные коды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30368" y="31546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Занятый лист + его предки и потомки — заблокированы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" y="385876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4151376"/>
            <a:ext cx="384048" cy="384048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" y="3950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Найти свободные листья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" y="427024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Только незаблокированные листья подходят для новой буквы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3858768"/>
            <a:ext cx="4251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4151376"/>
            <a:ext cx="384048" cy="38404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30368" y="3950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Выбрать кратчайший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30368" y="427024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Тип 1: самый короткий. Тип 2: по частоте букв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 — Код буквы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Найти кратчайший код для одной буквы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Строим дерево → отмечаем известные коды → находим единственный или кратчайший свободный лист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9728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Задание 401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517904"/>
            <a:ext cx="2103120" cy="347472"/>
          </a:xfrm>
          <a:prstGeom prst="roundRect">
            <a:avLst>
              <a:gd name="adj" fmla="val 18421"/>
            </a:avLst>
          </a:prstGeom>
          <a:solidFill>
            <a:srgbClr val="E9F3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17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Ответ: 1000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" y="1938528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А=01, C=011, D=010, E=1100, F=1101,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S=1110, X=0001, Y=1111, Z=0000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Найти код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Остаётся ровно один свободный лист: 1000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9728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133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Задание 402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38728" y="1517904"/>
            <a:ext cx="2103120" cy="347472"/>
          </a:xfrm>
          <a:prstGeom prst="roundRect">
            <a:avLst>
              <a:gd name="adj" fmla="val 18421"/>
            </a:avLst>
          </a:prstGeom>
          <a:solidFill>
            <a:srgbClr val="E9F3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1517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Ответ: 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82696" y="1938528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Б=000, Е=0010, И=0011, К=001100,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Л=001101, Р=001110, С=001111,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Т=0100, У=0101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Найти код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Единственный свободный лист: 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109728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09728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133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Задание 412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28816" y="1517904"/>
            <a:ext cx="2103120" cy="347472"/>
          </a:xfrm>
          <a:prstGeom prst="roundRect">
            <a:avLst>
              <a:gd name="adj" fmla="val 18421"/>
            </a:avLst>
          </a:prstGeom>
          <a:solidFill>
            <a:srgbClr val="E9F3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1517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Ответ: 111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1938528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А=0, Б=1100, В=1000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Найти код Г (наибольшее значение)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Свободны: 101 и 111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→ Выбираем большее: 111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 — Длина слова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</a:rPr>
              <a:t>Найти минимальное число знаков для слова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Ключевое: частым буквам — более короткие коды! Считаем: Σ (длина кода × кол-во повторений буквы)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57200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0" y="10972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097280"/>
            <a:ext cx="38404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38928" y="1133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Задание 400: КОЛОКОЛ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38928" y="1517904"/>
            <a:ext cx="365760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Известно: Б=1001, К=11
</a:t>
            </a:r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КОЛОКОЛ: К-2, О-3, Л-2
</a:t>
            </a:r>
            <a:pPr indent="0" marL="0">
              <a:buNone/>
            </a:pPr>
            <a:r>
              <a:rPr lang="en-US" sz="1100" dirty="0">
                <a:solidFill>
                  <a:srgbClr val="2FCA72"/>
                </a:solidFill>
              </a:rPr>
              <a:t>О=0(1 знак)×3 = 3
</a:t>
            </a:r>
            <a:pPr indent="0" marL="0">
              <a:buNone/>
            </a:pPr>
            <a:r>
              <a:rPr lang="en-US" sz="1100" dirty="0">
                <a:solidFill>
                  <a:srgbClr val="1B91FF"/>
                </a:solidFill>
              </a:rPr>
              <a:t>К=11(2 знака)×2 = 4
</a:t>
            </a:r>
            <a:pPr indent="0" marL="0">
              <a:buNone/>
            </a:pPr>
            <a:r>
              <a:rPr lang="en-US" sz="1100" dirty="0">
                <a:solidFill>
                  <a:srgbClr val="E07B39"/>
                </a:solidFill>
              </a:rPr>
              <a:t>Л=101(3 знака)×2 = 6
</a:t>
            </a:r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Итого: 3+4+6 = </a:t>
            </a:r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</a:rPr>
              <a:t>13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410712"/>
            <a:ext cx="8595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410712"/>
            <a:ext cx="85953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34472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Задание 408: ВЕРМЕЕР (В=1, М=001) — ответ: 18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2336" y="3822192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В(1)×1=1 + Е(2)×3=6 + Р(4)×2=8 + М(3)×1=3 = 18  |  Буква Е встречается 3 раза — ей нужен самый короткий код (01, 2 знака)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задание 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Условие Фано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Ни одно кодовое слово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не является НАЧАЛОМ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другого кодового слова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1031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→ однозначное декодирование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323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А=0, Б=10, В=11 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Блокировка узлов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115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При коде «110» блокируем: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4447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• предки: 1, 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7739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• потомки: 1100, 1101...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1031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• сам узел 110 — занят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4323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Свободны только листья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1 — код буквы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419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1. Построить дерево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749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2. Отметить все коды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0782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3. Найти кратчайший лист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4074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4. При равных — смотреть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7365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   наиб./наим. числовое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2 — длина слова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419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1. Подсчитать частоты букв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749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2. Частым → короткий код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40782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3. Сумма = Σ(len × freq)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4074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4. Проверить варианты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47365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   расстановки букв!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Фано · Дерево · Блокировка · Частота букв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Построй дерево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Отметь коды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Заблокируй узлы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Выбери кратчайший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2026-04-04T21:08:03Z</dcterms:created>
  <dcterms:modified xsi:type="dcterms:W3CDTF">2026-04-04T21:08:03Z</dcterms:modified>
</cp:coreProperties>
</file>