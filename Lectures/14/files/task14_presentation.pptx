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</a:rPr>
              <a:t>14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" y="25603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Системы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счисления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2560320" cy="347472"/>
          </a:xfrm>
          <a:prstGeom prst="roundRect">
            <a:avLst>
              <a:gd name="adj" fmla="val 23684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03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· int() · while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594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0584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Запись чисел в 2-ричной, 8-ричной, 16-ричной и других СС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Переводы между системами счисления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Арифметические операции в заданной СС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C040"/>
                </a:solidFill>
              </a:rPr>
              <a:t>Свойства чисел: кратность, количество цифр, нули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971800"/>
            <a:ext cx="5029200" cy="54864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2971800"/>
            <a:ext cx="64008" cy="54864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30175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Тип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5072" y="324612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Выражение с неизвестным x — найти значение 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3630168"/>
            <a:ext cx="5029200" cy="54864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3630168"/>
            <a:ext cx="64008" cy="548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36758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</a:rPr>
              <a:t>Тип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05072" y="390448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Выражение без неизвестных — посчитать цифры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4288536"/>
            <a:ext cx="5029200" cy="54864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4288536"/>
            <a:ext cx="64008" cy="548640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43342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Тип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45628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Неизвестная цифра x — найти x, вычислить результат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Теория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Значащие и незначащие нули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621792"/>
            <a:ext cx="4160520" cy="347472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675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Незначащие нули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Стоят СЛЕВА от числа — можно убрать без изменения значения: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1353312"/>
            <a:ext cx="384048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463040"/>
            <a:ext cx="3511296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= 001 = 0001 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007 = 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 = 100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621792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621792"/>
            <a:ext cx="416052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6675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Значащие нули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Стоят ВНУТРИ или СПРАВА — убрать нельзя, значение изменится: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18888" y="1353312"/>
            <a:ext cx="3840480" cy="777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1463040"/>
            <a:ext cx="3511296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≠ 1   (это десять, а не один)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≠ 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 ≠ 101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8595360" cy="475488"/>
          </a:xfrm>
          <a:prstGeom prst="rect">
            <a:avLst/>
          </a:prstGeom>
          <a:solidFill>
            <a:srgbClr val="1A2A1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80360"/>
            <a:ext cx="64008" cy="475488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07792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Цикл while num: учитывает ТОЛЬКО значащие нули — когда num==0 цикл останавливается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1554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8912" y="3566160"/>
            <a:ext cx="8266176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num:              # останавливается когда num ==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% sys == 0:  # цифра 0 в данной СС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//= sys         # убираем последнюю цифру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Тип 1 — Выражение с неизвестным числом x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572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2179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7^170 + 7^100 – x, x ≤ 2030. Найти наибольший x с ровно 71 нулём в 7-ричной записи.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8404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52728"/>
            <a:ext cx="3877056" cy="3621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Перебираем x от наибольшего к наименьшему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range(1, 2031)[::-1]: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Вычисляем выражение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7**170 + 7**100 - 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Считаем нули в 7-ричной СС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num: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num % 7 ==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 +=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 //= 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Нашли ровно 71 нуль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count == 71: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print(x)   # Ответ: 2029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1426464"/>
            <a:ext cx="384048" cy="384048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2618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range(1,2031)[::-1]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1536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Перебираем от 2030 до 1 — ищем наибольший 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176272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36592" y="2414016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выражение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12080" y="252374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Вычисляем арифметическое выражение с текущим 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163824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36592" y="3401568"/>
            <a:ext cx="384048" cy="384048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2369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num: num//=sys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5112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Убираем цифры по одной делением на основание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4151376"/>
            <a:ext cx="42062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4389120"/>
            <a:ext cx="384048" cy="384048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42245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count == 71: break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4498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Нашли нужное — выводим и останавливаем перебор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Тип 2 — Выражение без неизвестных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FFF8E7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2179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3·3125^8 + 2·625^7 – 5·625^6 + 3·125^5 – 2·25^4 – 2025, основание 25. Найти значащие нули.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33375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52728"/>
            <a:ext cx="3877056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Переписываем выражение (* умножение, ** степень)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(3 * 3125**8 + 2 * 625**7 - 5 * 625**6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+ 3 * 125**5 - 2 * 25**4 - 2025)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Считаем значащие нули в 25-ричной СС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% 25 ==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//= 25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print(count)   # Ответ: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4206240" cy="33375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3118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Вариант: считаем цифры &gt;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(4 * 3125**2019 + 3 * 625**2020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- 2 * 125**2021 + 25**2022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- 4 * 5**2023 - 2024)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% 25 &gt; 10:   # цифры 11-24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//= 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print(count)   # Ответ: 3030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590288"/>
            <a:ext cx="8595360" cy="411480"/>
          </a:xfrm>
          <a:prstGeom prst="rect">
            <a:avLst/>
          </a:prstGeom>
          <a:solidFill>
            <a:srgbClr val="EEF3FA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4590288"/>
            <a:ext cx="64008" cy="41148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46177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Условие в while: == 0 (нули) · &gt; 0 (не нули) · &gt; 10 (цифры &gt; 10) · == N (конкретная цифра)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14600" y="914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2233"/>
                </a:solidFill>
              </a:rPr>
              <a:t>Тип 3 — Неизвестная цифра x в записи числа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solidFill>
            <a:srgbClr val="E9F9EE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594360"/>
            <a:ext cx="64008" cy="457200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621792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98897x21 + 2x923 в 19-ричной СС. Найти наибольший x при котором результат кратен 18. Вывести частное.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5029200" cy="38862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252728"/>
            <a:ext cx="4700016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string import digits, ascii_uppercase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Алфавит: '0123456789ABCDEFGHIJKLMNOPQRSTUVWXYZ'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 = digits + ascii_uppercase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Перебираем x от наибольшей цифры 19-ричной СС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alph[:19][::-1]: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Переводим числа из 19-ричной в десятичную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n1 = int(f'98897{x}21', 19)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n2 = int(f'2{x}923', 19)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= n1 + n2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Проверяем кратность 18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 % 18 ==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print(res // 18)  # Ответ: 469034148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118872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188720"/>
            <a:ext cx="3383280" cy="31089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2344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alph[:N]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96128" y="155448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Алфавит N-ричной СС. Основание 19 → alph[:19]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0" y="214884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148840"/>
            <a:ext cx="3383280" cy="31089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21945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[::-1]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96128" y="251460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Обратный порядок — ищем наибольший 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310896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3108960"/>
            <a:ext cx="3383280" cy="310896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315468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int(f'...{x}...', 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34747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Перевод числа с переменной из N-ричной в десятичную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0" y="4069080"/>
            <a:ext cx="33832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4069080"/>
            <a:ext cx="3383280" cy="31089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41148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% (N-1) == 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443484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Кратность N-1 (обычно основание минус 1)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Шпаргалка — быстрые шаблоны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1 — найти 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range(1, ПРЕДЕЛ+1)[::-1]: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= ВЫРАЖЕНИЕ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num: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num % SYS == 0: count+=1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 //= SYS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count == N: print(x); break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1 — макс. нулей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9145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count_zero(num):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c=0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num: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num%SYS==0: c+=1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num//=SYS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max(count_zero(EXPR) for x in range(...))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8288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962656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2 — посчитать цифры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089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ВЫРАЖЕНИЕ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num: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 % SYS == ЦИФРА: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 //= SYS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print(count)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663440" y="2962656"/>
            <a:ext cx="4251960" cy="2194560"/>
          </a:xfrm>
          <a:prstGeom prst="rect">
            <a:avLst/>
          </a:prstGeom>
          <a:solidFill>
            <a:srgbClr val="0F2133"/>
          </a:solidFill>
          <a:ln w="12700">
            <a:solidFill>
              <a:srgbClr val="F0C0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62656"/>
            <a:ext cx="4251960" cy="34747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2666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Тип 3 — неизвестная цифра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3383280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string import digits,ascii_uppercase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 = digits + ascii_uppercase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alph[:N][::-1]: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n1 = int(f'...{x}...', N)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 = n1 + n2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res % (N-1) == 0: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print(res//(N-1)); break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Задание 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92A6"/>
                </a:solidFill>
              </a:rPr>
              <a:t>СС · Нули · Перевод · Кратность · int(str, base)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Прочитай условие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Определи тип (1/2/3)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Перепиши выражение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Проверь на малом примере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Задание 14 ЕГЭ Системы счисления</dc:title>
  <dc:subject>PptxGenJS Presentation</dc:subject>
  <dc:creator>PptxGenJS</dc:creator>
  <cp:lastModifiedBy>PptxGenJS</cp:lastModifiedBy>
  <cp:revision>1</cp:revision>
  <dcterms:created xsi:type="dcterms:W3CDTF">2026-03-27T09:02:42Z</dcterms:created>
  <dcterms:modified xsi:type="dcterms:W3CDTF">2026-03-27T09:02:42Z</dcterms:modified>
</cp:coreProperties>
</file>