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22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91FF"/>
                </a:solidFill>
              </a:rPr>
              <a:t>ЕГЭ по информатике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</a:rPr>
              <a:t>23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274320" y="26060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91FF"/>
                </a:solidFill>
              </a:rPr>
              <a:t>Динамическое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B91FF"/>
                </a:solidFill>
              </a:rPr>
              <a:t>программирование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703320"/>
            <a:ext cx="2560320" cy="347472"/>
          </a:xfrm>
          <a:prstGeom prst="roundRect">
            <a:avLst>
              <a:gd name="adj" fmla="val 23684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03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 · Рекурсия · f(x,y)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594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1FF"/>
                </a:solidFill>
              </a:rPr>
              <a:t>Что нужно найти?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100584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Исполнитель с набором команд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Найти КОЛИЧЕСТВО программ-преобразований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C040"/>
                </a:solidFill>
              </a:rPr>
              <a:t>При заданных ограничениях на траекторию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2606040"/>
            <a:ext cx="5029200" cy="502920"/>
          </a:xfrm>
          <a:prstGeom prst="rect">
            <a:avLst/>
          </a:prstGeom>
          <a:solidFill>
            <a:srgbClr val="0F2133"/>
          </a:solidFill>
          <a:ln w="12700">
            <a:solidFill>
              <a:srgbClr val="1B9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0" y="2606040"/>
            <a:ext cx="64008" cy="502920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05072" y="26609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91FF"/>
                </a:solidFill>
              </a:rPr>
              <a:t>Тип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05072" y="2862072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Траектория содержит число 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0" y="3200400"/>
            <a:ext cx="5029200" cy="502920"/>
          </a:xfrm>
          <a:prstGeom prst="rect">
            <a:avLst/>
          </a:prstGeom>
          <a:solidFill>
            <a:srgbClr val="0F2133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0" y="3200400"/>
            <a:ext cx="64008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05072" y="325526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7B39"/>
                </a:solidFill>
              </a:rPr>
              <a:t>Тип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05072" y="3456432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Траектория НЕ содержит число 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0" y="3794760"/>
            <a:ext cx="5029200" cy="502920"/>
          </a:xfrm>
          <a:prstGeom prst="rect">
            <a:avLst/>
          </a:prstGeom>
          <a:solidFill>
            <a:srgbClr val="0F2133"/>
          </a:solidFill>
          <a:ln w="12700">
            <a:solidFill>
              <a:srgbClr val="2FC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0" y="3794760"/>
            <a:ext cx="64008" cy="502920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05072" y="384962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CA72"/>
                </a:solidFill>
              </a:rPr>
              <a:t>Тип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005072" y="4050792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Содержит A и не содержит 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0" y="4389120"/>
            <a:ext cx="5029200" cy="502920"/>
          </a:xfrm>
          <a:prstGeom prst="rect">
            <a:avLst/>
          </a:prstGeom>
          <a:solidFill>
            <a:srgbClr val="0F2133"/>
          </a:solidFill>
          <a:ln w="12700">
            <a:solidFill>
              <a:srgbClr val="F0C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0" y="4389120"/>
            <a:ext cx="64008" cy="5029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05072" y="44439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40"/>
                </a:solidFill>
              </a:rPr>
              <a:t>Особый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05072" y="4645152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Команда не повторяется 3+ раз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Введение — дерево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233"/>
                </a:solidFill>
              </a:rPr>
              <a:t>Дерево решений: из 1 в 8 (+3 и ×2)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94360"/>
            <a:ext cx="64008" cy="420624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126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Подход «сверху вниз»: из 8 идём к 1, применяя обратные операции (−3 и ÷2)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840480" cy="123444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4114800" cy="182880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23160"/>
            <a:ext cx="3840480" cy="178308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017520"/>
            <a:ext cx="4114800" cy="178308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274320" y="4773168"/>
            <a:ext cx="8595360" cy="292608"/>
          </a:xfrm>
          <a:prstGeom prst="rect">
            <a:avLst/>
          </a:prstGeom>
          <a:solidFill>
            <a:srgbClr val="E9F9EE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45720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5623"/>
                </a:solidFill>
              </a:rPr>
              <a:t>Итого: 3 пути из 1 в 8 → f(1,8) = 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Дерево рекурсии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</a:rPr>
              <a:t>Полное дерево вызовов f(x,y)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94360"/>
            <a:ext cx="8229600" cy="3063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3749040"/>
            <a:ext cx="8229600" cy="128016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1792" y="3840480"/>
            <a:ext cx="790041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f(x, y):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== y: return 1    # достигли цели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&gt; y:  return 0    # перешли предел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f(x+3, y) + f(x*2, y)  # суммируем пути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print(f(1, 8))  # → 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4320" y="5102352"/>
            <a:ext cx="8595360" cy="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57200" y="5102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2A6"/>
                </a:solidFill>
              </a:rPr>
              <a:t>Складываем результаты, потому что нас интересует КОЛИЧЕСТВО путей — каждый успешный путь возвращает 1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Тип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233"/>
                </a:solidFill>
              </a:rPr>
              <a:t>Тип 1 — Траектория содержит число 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94360"/>
            <a:ext cx="64008" cy="420624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126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Разбиваем: f(x,A) × f(A,y)  — умножаем количество путей до A и от A до 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5029200" cy="361188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" y="1234440"/>
            <a:ext cx="4700016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Операции: −2  и  //2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f(x, y):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== y: return 1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&lt; y:  return 0      # число уменьшается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&gt; y:  return f(x-2, y) + f(x//2, y)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Задание 2300: из 32 в 1, через 14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print(f(32, 14) * f(14, 1))   # Ответ: 54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Задание 2301: из 38 в 2, через 16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print(f(38, 16) * f(16, 2))   # Ответ: 36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5486400" y="1143000"/>
            <a:ext cx="33832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9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0" y="1143000"/>
            <a:ext cx="3383280" cy="347472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96128" y="118872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Почему умножаем?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96128" y="1572768"/>
            <a:ext cx="3200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32 → ... → 14 → ... → 1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Каждый путь через 14 = один вариант из 32→14 × один вариант из 14→1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f(32,14) = 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f(14,1)  = 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9 × 6 = 54 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4846320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4846320"/>
            <a:ext cx="64008" cy="420624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86460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Через две точки A и B: f(x,A) * f(A,B) * f(B,y) — порядок важен (больше→меньше)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Тип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233"/>
                </a:solidFill>
              </a:rPr>
              <a:t>Тип 2 — Траектория НЕ содержит число B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94360"/>
            <a:ext cx="64008" cy="42062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126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Добавляем B в условие выхода:  if x &gt; y or x == B: return 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5029200" cy="26060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" y="1234440"/>
            <a:ext cx="4700016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Задание 2302: +1, ×2, x², из 2 в 20, не через 11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f(x, y):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== y: return 1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&gt; y or x == 11: return 0  # ← добавили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&lt; y: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f(x+1,y) + f(x*2,y) + f(x**2,y)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print(f(2, 20))   # Ответ: 37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274320" y="3840480"/>
            <a:ext cx="5029200" cy="233172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" y="3931920"/>
            <a:ext cx="4700016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Задание 2303: −1, −2, //3, из 19 в 3, не через 9 и 16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f(x, y):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== y: return 1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&lt; y or x == 9 or x == 16: return 0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&gt; y: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f(x-1,y) + f(x-2,y) + f(x//3,y)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print(f(19, 3))   # Ответ: 180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486400" y="1143000"/>
            <a:ext cx="33832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0" y="1143000"/>
            <a:ext cx="338328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96128" y="118872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Как это работает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96128" y="1572768"/>
            <a:ext cx="32004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Без ограничения: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Путь может пройти через 11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С ограничением x == 11: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Как только x достигает 11 — функция возвращает 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Этот путь не считается!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Результат: суммируются только пути, которые никогда не были в 11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Тип 3 + Особый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233"/>
                </a:solidFill>
              </a:rPr>
              <a:t>Тип 3 и особый случай с повторениями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94360"/>
            <a:ext cx="64008" cy="420624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126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Тип 3 = Тип 1 + Тип 2: добавляем B в выход И разбиваем через 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8595360" cy="26060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" y="1234440"/>
            <a:ext cx="8266176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Задание 2304: −1, −6, //2, из 34 в 6, через 29 и 19, не через 24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f(x, y):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== y: return 1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&lt; y or x == 24: return 0  # исключаем 24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&gt; y: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f(x-1,y) + f(x-6,y) + f(x//2,y)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print(f(34,29) * f(29,19) * f(19,6))  # Ответ: 115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274320" y="3840480"/>
            <a:ext cx="8595360" cy="274320"/>
          </a:xfrm>
          <a:prstGeom prst="rect">
            <a:avLst/>
          </a:prstGeom>
          <a:solidFill>
            <a:srgbClr val="FFF9C4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3840480"/>
            <a:ext cx="64008" cy="2743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386791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6608"/>
                </a:solidFill>
              </a:rPr>
              <a:t>Особый случай: команда не повторяется 3+ раз подряд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4187952"/>
            <a:ext cx="8595360" cy="21488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8912" y="4279392"/>
            <a:ext cx="8266176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Задание 2305: +1, ×2, из 1 в 24, команда не повторяется 3+ раз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f(x, y, path=''):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'AAA' in path or 'BBB' in path: return 0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== y: return 1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&gt; y:  return 0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f(x+1, y, path+'A') + f(x*2, y, path+'B')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print(f(1, 24))  # Ответ: 6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Шпаргалка — быстрые шаблоны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82880" y="658368"/>
            <a:ext cx="4251960" cy="2194560"/>
          </a:xfrm>
          <a:prstGeom prst="rect">
            <a:avLst/>
          </a:prstGeom>
          <a:solidFill>
            <a:srgbClr val="0F2133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658368"/>
            <a:ext cx="4251960" cy="347472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" y="72237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Базовая функция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0896" y="1078992"/>
            <a:ext cx="402336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f(x, y):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== y: return 1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&gt; y: return 0  # или x &lt; y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f(x+OP1,y)+f(x*OP2,y)+...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4663440" y="658368"/>
            <a:ext cx="4251960" cy="2194560"/>
          </a:xfrm>
          <a:prstGeom prst="rect">
            <a:avLst/>
          </a:prstGeom>
          <a:solidFill>
            <a:srgbClr val="0F2133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658368"/>
            <a:ext cx="425196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91456" y="72237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Тип 1 — через точку 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91456" y="1078992"/>
            <a:ext cx="402336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Функция не меняется!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Только вызов: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print(f(x,A) * f(A,y))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Через две точки: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print(f(x,A)*f(A,B)*f(B,y))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182880" y="2962656"/>
            <a:ext cx="4251960" cy="2194560"/>
          </a:xfrm>
          <a:prstGeom prst="rect">
            <a:avLst/>
          </a:prstGeom>
          <a:solidFill>
            <a:srgbClr val="0F2133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2962656"/>
            <a:ext cx="4251960" cy="347472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" y="302666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Тип 2 — не через 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896" y="3383280"/>
            <a:ext cx="402336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f(x, y):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== y: return 1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&gt; y or x == B: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0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f(x+OP1,y)+f(x*OP2,y)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4663440" y="2962656"/>
            <a:ext cx="4251960" cy="2194560"/>
          </a:xfrm>
          <a:prstGeom prst="rect">
            <a:avLst/>
          </a:prstGeom>
          <a:solidFill>
            <a:srgbClr val="0F2133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962656"/>
            <a:ext cx="4251960" cy="34747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302666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Без повторений 3+ раз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91456" y="3383280"/>
            <a:ext cx="402336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f(x, y, path=''):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'AAA' in path: return 0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== y: return 1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&gt; y: return 0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f(x+1,y,path+'A')+...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91FF"/>
                </a:solidFill>
              </a:rPr>
              <a:t>Задание 23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Успехов на ЕГЭ!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492A6"/>
                </a:solidFill>
              </a:rPr>
              <a:t>ДП · Рекурсия · f(x,y) · Дерево решений · Умножение путей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88720" y="2514600"/>
            <a:ext cx="420624" cy="420624"/>
          </a:xfrm>
          <a:prstGeom prst="ellipse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Определи тип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2514600"/>
            <a:ext cx="420624" cy="420624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Перепиши операции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94960" y="2514600"/>
            <a:ext cx="420624" cy="420624"/>
          </a:xfrm>
          <a:prstGeom prst="ellipse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Добавь ограничения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0" y="2514600"/>
            <a:ext cx="420624" cy="420624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Умножь при 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2026-04-02T07:12:17Z</dcterms:created>
  <dcterms:modified xsi:type="dcterms:W3CDTF">2026-04-02T07:12:17Z</dcterms:modified>
</cp:coreProperties>
</file>