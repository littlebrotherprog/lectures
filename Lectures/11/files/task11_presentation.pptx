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1FF"/>
                </a:solidFill>
              </a:rPr>
              <a:t>ЕГЭ по информатике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</a:rPr>
              <a:t>11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91FF"/>
                </a:solidFill>
              </a:rPr>
              <a:t>Кодирование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B91FF"/>
                </a:solidFill>
              </a:rPr>
              <a:t>информации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ceil · log₂ · Мощность · Длина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594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1FF"/>
                </a:solidFill>
              </a:rPr>
              <a:t>Что проверяется?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0058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Информационный объём текстового сообщения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Серийные номера, идентификаторы, пароли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</a:rPr>
              <a:t>Три типа вопросов: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724912"/>
            <a:ext cx="5029200" cy="566928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2724912"/>
            <a:ext cx="64008" cy="56692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7980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1FF"/>
                </a:solidFill>
              </a:rPr>
              <a:t>Тип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77640" y="301752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Найти длину серийного номера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3410712"/>
            <a:ext cx="5029200" cy="566928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3410712"/>
            <a:ext cx="64008" cy="5669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4838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</a:rPr>
              <a:t>Тип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77640" y="370332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Найти объём памяти для N записей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4096512"/>
            <a:ext cx="5029200" cy="566928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4096512"/>
            <a:ext cx="64008" cy="56692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41696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A72"/>
                </a:solidFill>
              </a:rPr>
              <a:t>Тип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77640" y="438912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Найти мощность алфавита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Теория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Бит, байт и формулы кодирования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138988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57400"/>
            <a:ext cx="8595360" cy="1828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397764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3977640"/>
            <a:ext cx="64008" cy="42062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38912" y="399592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Бит — 0 или 1  |  Байт — 8 бит (мин. адресуемая единица)  |  1 Кбайт = 2¹³ бит  |  1 Мбайт = 2²³ бит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Округление — КЛЮЧЕВОЕ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Главное правило задания 11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231136"/>
            <a:ext cx="4297680" cy="27889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8912" y="2322576"/>
            <a:ext cx="396849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ceil, log2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Пример: «не более 100 байт» — округляем ВНИЗ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= 100                  # ≤ 100 байт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5                         # 5 сообщений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I_one = memory // n           # = 20 байт (ВНИЗ!)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Пример: «более 100 байт» — округляем ВВЕРХ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= 100                  # &gt; 100 байт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I_one = ceil(memory / n)      # = 20 байт (ВВЕРХ — ceil!)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2231136"/>
            <a:ext cx="4206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231136"/>
            <a:ext cx="420624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227685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Запомни!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73168" y="2651760"/>
            <a:ext cx="3977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«не более» = ВНИЗ
</a:t>
            </a:r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Нельзя выйти за лимит памяти
</a:t>
            </a:r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«более» / «не менее» = ВВЕРХ
</a:t>
            </a:r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Все символы должны уместиться
</a:t>
            </a:r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При нахождении вес символа i:
</a:t>
            </a:r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всегда ceil(log₂N) — вверх!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Символ или влезает или нет.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1 — Длина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</a:rPr>
              <a:t>Найти длину серийного номера / идентификатора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i = ceil(log₂N)  →  I_one = I_total // n  →  L = I_one·8 // i  (все округления ВНИЗ при «не более»)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97680" cy="30632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34440"/>
            <a:ext cx="3968496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 формулам (задание 1100)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10+52+963 алфавит, 2000 номеров ≤ 693 Кбайт, MAX длина?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ceil, log2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10+52+963;  I_total = 693*2**10;  count = 2000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ceil(log2(N))          # = 11 бит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I_total // count        # вес одного (ВНИЗ!)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I * 8 // i              # длина (ВНИЗ!)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print(L)                   # Ответ: 257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206240" cy="30632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234440"/>
            <a:ext cx="3877056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Через перебор (задание 1113)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10+17 алфавит, 7 564 230 &gt; 31 Мбайт, MIN длина?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ceil, log2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alphabet = 17+10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7_564_230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memory_size = 31 * 2**20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 in range(1, 100):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bits  = ceil(log2(alphabet))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bytes = ceil(L * bits / 8)  # вверх! ('более')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nums * bytes &gt;= memory_size: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print(L)               # Ответ: 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315968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4315968"/>
            <a:ext cx="64008" cy="420624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33425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Идеи одинаковы: i → I_one → L. Разница только в направлении округления и способе решения.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2 — Объём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3"/>
                </a:solidFill>
              </a:rPr>
              <a:t>Найти объём памяти для хранения N записей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i = ceil(log₂N)  →  I_one = ceil(L·i/8)  →  I_all = I_one × n (точный расчёт, только по формулам)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97680" cy="30632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34440"/>
            <a:ext cx="3968496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1101: 317 символов, 10+4090 алфавит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262 144 идентификаторов. Объём в Мбайт?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ceil, log2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317;  N = 10+4090;  n = 262_144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   = ceil(log2(N))         # = 13 бит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   = ceil(L * i / 8)       # вес одного (ВВЕРХ!)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I_all = I * n / 2**20         # перевод в Мбайт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print(int(I_all))             # Ответ: 129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206240" cy="30632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234440"/>
            <a:ext cx="3877056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1110: 7 символов, 26+10 алфавит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 байт доп. данных, 30 пользователей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Объём в байтах?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ceil, log2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7;  N = 26+10;  extra = 9;  users = 30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    = ceil(log2(N))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    = ceil(L * i / 8)      # вес пароля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I_all  = (I + extra) * users  # + доп. данные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print(I_all)                  # Ответ: 450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315968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4315968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33425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Тип 2 — всегда по формулам. Объём надо посчитать точно, перебор не применяется.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3 — Мощность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Найти мощность алфавита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Мин. мощность = 2^(i-1)+1  |  Макс. мощность = 2^i  |  i — из условия задачи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97680" cy="24231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34440"/>
            <a:ext cx="396849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1103 (ручной метод)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248 символов, 75 600 &gt; 16 Мбайт, MIN мощность?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ceil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248;  n = 75_600;  I_m = 16 * 2**20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I_one = ceil(I_m / n)         # ВВЕРХ! ('более')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ceil(I_one * 8 / L)       # ВВЕРХ!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print(2**(i-1) + 1)           # MIN: Ответ 129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206240" cy="24231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234440"/>
            <a:ext cx="3877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1114 (перебор, MIN мощность)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2783 символа, 3 845 627 ≥ 11 Гбайт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ceil, log2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2783;  n = 3_845_627;  I_m = 11 * 2**30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range(1, 1000):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bits  = ceil(log2(N))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bytes = ceil(L * bits / 8)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* bytes &gt;= I_m:       # 'не менее'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print(N)               # Ответ: 257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703320"/>
            <a:ext cx="4297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703320"/>
            <a:ext cx="429768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490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Мин. мощность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13308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Наименьшая N при которой нужно i бит.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= 2^(i-1) + 1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Один символ добавился к предыдущей группе.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703320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703320"/>
            <a:ext cx="420624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7490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Макс. мощность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413308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Наибольшая N при которой достаточно i бит.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= 2^i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Все i-битные комбинации.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Шпаргалка — три типа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658368"/>
            <a:ext cx="425196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Тип 1 — длина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078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формулы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ceil(log2(N))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I_total // count  # ≤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I * 8 // i       # ≤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перебор (минимальная)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 in range(1, 100):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bytes = ceil(L*i/8)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n*bytes &gt;= mem: break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66344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658368"/>
            <a:ext cx="42519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145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Тип 2 — объём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91456" y="1078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ceil(log2(N))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ceil(L * i / 8)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I_all = I * n / 2**20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 доп. данными: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ceil(L * i / 8)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I_all = (I + extra) * n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8288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962656"/>
            <a:ext cx="425196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Тип 3 — мощность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" y="3383280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 формулам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I_one = ceil(I_m / 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ceil(I_one * 8 / L)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print(2**(i-1)+1)  # мин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print(2**i)        # макс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перебор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range(1, 1000):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n*ceil(L*ceil(log2(N))/8)&gt;=mem: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print(N); break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66344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962656"/>
            <a:ext cx="4251960" cy="34747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Правило округления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3383280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«не более» / «не превышает»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ВНИЗ (// или floor)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нельзя выйти за лимит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«более» / «не менее»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ВВЕРХ (ceil)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все символы должны влезть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Вес символа ВСЕГДА ceil!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ceil(log2(N))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Задание 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Успехов на ЕГЭ!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92A6"/>
                </a:solidFill>
              </a:rPr>
              <a:t>N=2ⁱ · i=ceil(log₂N) · I=L·i · ceil/floor · Тип 1/2/3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514600"/>
            <a:ext cx="420624" cy="420624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Найди мощность 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514600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Вычисли вес 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94960" y="2514600"/>
            <a:ext cx="420624" cy="420624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Реши по типу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2514600"/>
            <a:ext cx="420624" cy="420624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Округли правильно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2026-04-03T10:24:20Z</dcterms:created>
  <dcterms:modified xsi:type="dcterms:W3CDTF">2026-04-03T10:24:20Z</dcterms:modified>
</cp:coreProperties>
</file>