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</a:rPr>
              <a:t>7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Изображения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и Звук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Объём · Цвет · Передача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594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Объём памяти для хранения файла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Время и скорость передачи данных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Количество цветов в палитре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Число снимков на носителе / в пакете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834640"/>
            <a:ext cx="5029200" cy="32004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834640"/>
            <a:ext cx="45720" cy="32004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28895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1FF"/>
                </a:solidFill>
              </a:rPr>
              <a:t>Изображение Тип 1: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50208" y="3008376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Кол-во снимков в пакете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0" y="3200400"/>
            <a:ext cx="5029200" cy="32004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200400"/>
            <a:ext cx="4572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32552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Изображение Тип 2: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50208" y="3374136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Кол-во цветов в палитре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0" y="3566160"/>
            <a:ext cx="5029200" cy="32004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566160"/>
            <a:ext cx="45720" cy="320040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0208" y="36210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CA72"/>
                </a:solidFill>
              </a:rPr>
              <a:t>Изображение Тип 3: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50208" y="3739896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Экономия трафика при сжатии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0" y="3931920"/>
            <a:ext cx="5029200" cy="32004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3931920"/>
            <a:ext cx="45720" cy="3200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398678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</a:rPr>
              <a:t>Изображение Тип 4: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50208" y="4105656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Снимки на карте памяти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0" y="4297680"/>
            <a:ext cx="5029200" cy="32004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4297680"/>
            <a:ext cx="45720" cy="32004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0208" y="43525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1FF"/>
                </a:solidFill>
              </a:rPr>
              <a:t>Звук Тип 1: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50208" y="4471416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Время передачи альбома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4663440"/>
            <a:ext cx="5029200" cy="32004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4663440"/>
            <a:ext cx="4572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47183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Звук Тип 2: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50208" y="4837176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Перезапись с новыми параметрами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Теория — Изображение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Пиксели, RGB и глубина цвета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4206240" cy="11887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206240" cy="118872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74520"/>
            <a:ext cx="8595360" cy="15544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4320" y="3520440"/>
            <a:ext cx="8595360" cy="786384"/>
          </a:xfrm>
          <a:prstGeom prst="rect">
            <a:avLst/>
          </a:prstGeom>
          <a:solidFill>
            <a:srgbClr val="FFF9C4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74320" y="3520440"/>
            <a:ext cx="64008" cy="78638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38912" y="3547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Перевод единиц: </a:t>
            </a:r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байт = 8 = 2³ бит   |   1 Кбайт = 2¹³ бит   |   1 Мбайт = 2²³ бит   |   1 Гбайт = 2³³ бит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74320" y="4407408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74320" y="4407408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38912" y="4425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Выделяй степени двойки! Все вычисления сводятся к сложению/вычитанию показателей.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Изображение — Тип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Количество снимков в пакете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V1 = h·w·i (вес снимка)  →  Vp = q·t (вес пакета)  →  Q = Vp // V1 (округление ВНИЗ)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8862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38770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702: 1024×768, 4096 цветов, 1 310 720 бит/с, ≤300 сек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1024 * 768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4096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bitrate = 1_310_720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= 300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pixel_size   = log2(colors)         # = 12 бит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img_size     = res * pixel_size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package_size = bitrate * time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print(package_size // img_size)     # Ответ: 41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38862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34440"/>
            <a:ext cx="38770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710: 1024×64, 4096 цветов, 655 360 бит/с, ≤70 сек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log2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1024 * 64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bitrate = 655_360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4096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= 70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pixel_size   = log2(colors)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img_size     = res * pixel_size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package_size = bitrate * time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print(package_size // img_size)     # Ответ: 58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5120640"/>
            <a:ext cx="8595360" cy="292608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138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⚠️ Округление ВНИЗ (//): нельзя передать часть снимка — берём меньшее целое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Изображение — Тип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Количество цветов в палитре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1792"/>
            <a:ext cx="64008" cy="50292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83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1FF"/>
                </a:solidFill>
              </a:rPr>
              <a:t>Максимум цветов: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87782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2^i  →  i округляем ВНИЗ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16152"/>
            <a:ext cx="859536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1615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252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Минимум цветов: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47218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2^(i-1) + 1  →  i округляем ВВЕРХ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01952"/>
            <a:ext cx="4206240" cy="2606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1993392"/>
            <a:ext cx="387705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711: 2560×5040, 14175 Кбайт → max цветов?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2560 * 5040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memory_size = 14_175 * 2**13    # Кбайт → биты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pixel_size = memory_size / 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2 ** pixel_size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print(int(colors))              # Ответ: 512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901952"/>
            <a:ext cx="4206240" cy="2606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1993392"/>
            <a:ext cx="387705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704: 1280×720, 69 шт, 245 760 байт/с &gt; 270 с → min?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1280 * 720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bitrate = 245_760 * 8           # байт → бит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imgs = 69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= 270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= bitrate * time             # мин. вес пакета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= math.ceil(Vp / imgs)       # вес снимка (вверх!)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= math.ceil(V1 / res)        # глубина (вверх!)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print(2**(i-1) + 1)             # Ответ: 257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617720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6360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'более N секунд' = время строго &gt; N → всё округляем ВВЕРХ (math.ceil)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Изображение — Тип 3 и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Экономия трафика и снимки на карте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Тип 3: экономия = (V_несж − V_сж) × кол-во / 2¹³  |  Тип 4: снимков = total % per_card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291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38770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712 (Тип 3): экономия трафика 120 фото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             = 1920 * 1080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bitrate          = 23                  # бит/пиксель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res_compressed   = 1280 * 1024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bitrate_comp     = 21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num_img          = 120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    = res * bitrate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V_sj  = res_compressed * bitrate_comp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  = (V - V_sj) * num_img / 2**13  # → Кбайт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print(int(ans))                        # Ответ: 295425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3291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34440"/>
            <a:ext cx="38770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706 (Тип 4): снимков на последней карте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floor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         = 7680 * 4320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     = res * 16                # i=16 бит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memory_card  = 9 * 2**33              # 9 Гбайт в битах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per_card = floor(memory_card / image)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remind   = 4010 % per_card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print(remind)                          # Ответ: 95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572000"/>
            <a:ext cx="4206240" cy="457200"/>
          </a:xfrm>
          <a:prstGeom prst="rect">
            <a:avLst/>
          </a:prstGeom>
          <a:solidFill>
            <a:srgbClr val="FFF9C4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9943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Сжатие на N% → итоговый файл = (100−N)% от исходного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4572000"/>
            <a:ext cx="4206240" cy="457200"/>
          </a:xfrm>
          <a:prstGeom prst="rect">
            <a:avLst/>
          </a:prstGeom>
          <a:solidFill>
            <a:srgbClr val="E9F9EE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459943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Остаток от деления (%) — снимки на последней карте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Теория — Звук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Дискретизация, каналы и формула объёма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508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76272"/>
            <a:ext cx="4206240" cy="135331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76272"/>
            <a:ext cx="4206240" cy="13533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4320" y="3611880"/>
            <a:ext cx="8595360" cy="1417320"/>
          </a:xfrm>
          <a:prstGeom prst="rect">
            <a:avLst/>
          </a:prstGeom>
          <a:solidFill>
            <a:srgbClr val="FFF9C4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74320" y="3611880"/>
            <a:ext cx="64008" cy="14173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38912" y="363931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</a:rPr>
              <a:t>Аналогия изображение ↔ звук:
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</a:rPr>
              <a:t>глубина цвета (i)  ↔  </a:t>
            </a:r>
            <a:pPr indent="0" marL="0">
              <a:buNone/>
            </a:pPr>
            <a:r>
              <a:rPr lang="en-US" sz="1200" b="1" dirty="0">
                <a:solidFill>
                  <a:srgbClr val="1B91FF"/>
                </a:solidFill>
              </a:rPr>
              <a:t>глубина кодирования / разрешение
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</a:rPr>
              <a:t>пиксель (h×w)      ↔  </a:t>
            </a:r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</a:rPr>
              <a:t>отсчёт (η×t)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Звук — Тип 1 и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Время передачи и перезапись файла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Тип 1: V = k·t·i·η + заголовки → время = V // скорость  |  Тип 2: умножаем старый вес на коэффициенты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474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387705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700 (Тип 1): альбом 13 треков 42:20, стерео 48кГц 34бит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 = 48 * 10**3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42 * 60 + 20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tracks = 13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= 110 * 2**13             # 110 Кбайт → биты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bitrate = 314_572_800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k * t * i * eta + header * tracks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 // bitrate)              # Ответ: 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3474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34440"/>
            <a:ext cx="387705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709 (Тип 2): стерео→моно, разрешение ×2.5, частота ×4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V_old = 39                       # Мбайт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стерео(2)→моно(1): ÷2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разрешение:         ×2.5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частота:            ×4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V_new = V_old * 2.5 * 4 /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print(int(V_new))                # Ответ: 195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716: моно→стерео ×2, частота ×3.5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V_old = 35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print(int(V_old * 3.5 * 2))      # Ответ: 245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736592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736592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7548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Тип 2 легко решается умножением: старый_вес × (новые_параметры / старые_параметры)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Шпаргалка — все формулы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Изображение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115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h · w · i  (бит)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2^i   i = log₂(N)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2128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q · t  (передача)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Звук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115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k · t · i · η  (бит)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664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k: 1=моно 2=стерео 4=квадро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2128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время = V // скорость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962656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Единицы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4198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Кбайт = 2¹³ бит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9684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Мбайт = 2²³ бит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45171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Гбайт = 2³³ бит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962656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Округление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4198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N сек → Q = Vp // V1  (вниз)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39684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 сек → ceil()  (вверх)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64608" y="45171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Снимков на карте = total % per_card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Задание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V=hwi · V=ktηi · N=2ⁱ · V=qt · log₂N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Найди все данные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Переведи в биты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Подставь в формулу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Округли правильно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2026-04-02T10:47:00Z</dcterms:created>
  <dcterms:modified xsi:type="dcterms:W3CDTF">2026-04-02T10:47:00Z</dcterms:modified>
</cp:coreProperties>
</file>